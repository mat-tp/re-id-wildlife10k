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Re-ID = 'which individual', not 'which species'. Closed set: the animal is in our database. Open set: it may be new, so we also need a 'none of these'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each image becomes a list of numbers (a vector). Two photos of the same animal should give vectors pointing the same way; cosine similarity measures that angle. Three views of the same photo: whole body (global), generic features (EVA02), tiny patterns (ALIKED).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we cannot tune on the test set, so we cut a validation set out of train. Whole 'clusters' of near-identical photos move together, otherwise validation would be too easy (leakage). Some animals are held out entirely to mimic 'new individuals'.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ArcFace training teaches the network that each known animal is its own class with a safety margin around it. We train on 'train' only; the best checkpoint is picked by validation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score the best match; if it is below tau say 'new'. BAKS = how many known animals we name correctly (balanced over animals and datasets). BAUS = how many new animals we correctly call new. Tau trades one against the other and is chosen on validation, then frozen for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ALIKED needs two images to produce a score, so it cannot search 85k images. We first shortlist ~20 candidates with the cheap vectors, then run ALIKED only on those. Fusion therefore cannot find an animal the shortlist missed (we report shortlist recall).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cosines (0 to 1) and ALIKED match counts (0 to hundreds) cannot be added. Calibration turns each into 'probability same animal'. Then S = w_g*Sg + w_c*Sc + w_l*Sl, weights found on validation. Ablation = switch branches off to see what each adds.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NOTE: PCA squeezes each vector to fewer numbers. We fit it on train only, re-compute similarities on the squeezed vectors, and watch where BAKS/BAUS start to drop. Proposal wording says 'fused representation'; we compress each branch because fusion happens on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asks what species; Re-ID asks which individual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because of viewpoint, lighting, pose and background, and because different individuals look alike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set: test identities are in the training identities (ID_test ⊆ ID_train)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set: some test identities are new, so the system must also answer "new individual"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WildlifeReID-10k: 140,488 images, 10,772 individuals, 37 datasets, about 33 species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Global Descriptors Explained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descriptor is one fixed-length vector summarising the whole animal image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pulls images of the same individual together and pushes different individuals apart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L2-normalised, so cosine similarity is a dot product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evidence: global (MegaDescriptor or MiewID), complementary (EVA02), local (ALIKED keypoints)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MegaDescriptor (Swin-L 384, 1536-d) vs MiewID (EfficientNetV2), compared on the same protocol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Data, Splits and Leakage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carved from train: 10% of identities per dataset held out as unknown animals, plus 10% of images of known identities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validation only; run the benchmark test split once at the end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MegaDescriptor weights saw about 80% of these datasets, so ImageNet initialisation is the leakage-free option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mild crops, small hue jitter, random erasing, no horizontal flips (mirroring creates fake identities)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sampling: weight ∝ n^-0.5 per identity and n^-0.25 per dataset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Fine-Tuning with ArcFace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686800" cy="5486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logit(true class) = s · cos(θ + m)     m = 0.5, s = 64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64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angular margin forces a gap between identities in the embedding space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momentum 0.9, lr 1e-3, head lr ×10, cosine schedule with 1 warm-up epoch, 12 epochs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128 (16 × 8 accumulation), fp16, gradient clipping, gradient checkpointing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chosen by open-set score on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zero-shot vs fine-tuned MegaDescriptor and zero-shot MiewID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Metrics, BAKS, BAUS and the Threshold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accuracy favours animals photographed many times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BAKS: balanced accuracy over known identities, averaged per dataset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BAUS: fraction of unknown animals correctly labelled "new", averaged per dataset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 score = BAKS; open-set score = (BAKS + BAUS) / 2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1-NN by cosine similarity; answer "new" when best similarity &lt; τ, with τ chosen on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τ improves BAUS and lowers BAKS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EVA02 and ALIKED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EVA02 (768-d) is a general-purpose embedding and fits the same extraction and cosine pipeline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ALIKED finds keypoints (1000 per image) and scores a pair by matching them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evidence captures spots, stripes and scars that a global vector can miss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ALIKED gives pairwise scores, not a vector, so it cannot be indexed like the others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shortlist with global similarity, then re-score candidates with local matching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Calibration and Fusion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686800" cy="5486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w_g·S_g + w_c·S_c + w_l·S_l     w_g + w_c + w_l =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64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similarities and keypoint match scores have different scales, so raw scores cannot be added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(WildFusion): learn isotonic regression from same/different image pairs, mapping scores to match probability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weights 0.4 / 0.3 / 0.3, tuned on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each representation alone, each pair, and all three (answers RQ2)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Compression with PCA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how small can the fused representation get before retrieval degrades?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with whitening, fitted on training data only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32, 64, 128, 256 and 512 dimensions against the uncompressed reference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BAKS and BAUS against dimension and find the point where performance drops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High-variance directions are not always identity-discriminative, so the sweep is empirical; ablate whitening on and off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2026-09-29T18:45:04Z</dcterms:created>
  <dcterms:modified xsi:type="dcterms:W3CDTF">2026-09-29T18:45:04Z</dcterms:modified>
</cp:coreProperties>
</file>